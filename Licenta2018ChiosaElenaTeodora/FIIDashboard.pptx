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0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7E74D-91BB-46C4-B09E-94044CB4FE8D}" type="datetimeFigureOut">
              <a:rPr lang="ro-RO" smtClean="0"/>
              <a:t>28.06.2018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61A13-7295-40B3-A81B-A53614046F5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682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61A13-7295-40B3-A81B-A53614046F53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6067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38-2AD3-4EF6-BEAB-526A941CD900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607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29718-C4E3-43CE-A2A9-90D1625DED74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796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4F689-B072-4FD1-A464-4470F7C24B5C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310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A40A9-37F5-4D47-908C-2DA025C575A9}" type="datetime1">
              <a:rPr lang="ro-RO" smtClean="0"/>
              <a:t>28.06.2018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162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41DA-D8E1-4733-84E4-CFAE344B41C2}" type="datetime1">
              <a:rPr lang="ro-RO" smtClean="0"/>
              <a:t>28.06.2018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750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832A-822A-4505-88BC-3379991DFD55}" type="datetime1">
              <a:rPr lang="ro-RO" smtClean="0"/>
              <a:t>28.06.2018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2791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187C-E025-4006-A07B-59BE50D02A65}" type="datetime1">
              <a:rPr lang="ro-RO" smtClean="0"/>
              <a:t>28.06.2018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099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DAE8-D1F6-4742-B75E-028672A8B947}" type="datetime1">
              <a:rPr lang="ro-RO" smtClean="0"/>
              <a:t>28.06.2018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146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CD0F-D519-4C9F-A5AD-EBEE10BA3C53}" type="datetime1">
              <a:rPr lang="ro-RO" smtClean="0"/>
              <a:t>28.06.2018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008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F59E-E7B2-4A9C-8E44-B9504FF3F3BF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538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0F04B-6CF4-42E1-87E3-FC8B43C45F6C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677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41B72-D268-4AD8-8C72-FF49BA4E2767}" type="datetime1">
              <a:rPr lang="ro-RO" smtClean="0"/>
              <a:t>28.06.2018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CAB8A-3943-40ED-AF17-4253366F78F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89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27237"/>
          </a:xfrm>
        </p:spPr>
        <p:txBody>
          <a:bodyPr/>
          <a:lstStyle/>
          <a:p>
            <a:r>
              <a:rPr lang="en-US" smtClean="0"/>
              <a:t>FII Dashboard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5039519"/>
            <a:ext cx="3429000" cy="474662"/>
          </a:xfrm>
        </p:spPr>
        <p:txBody>
          <a:bodyPr/>
          <a:lstStyle/>
          <a:p>
            <a:r>
              <a:rPr lang="en-US" smtClean="0"/>
              <a:t>Chiosa Elena Teodora</a:t>
            </a:r>
            <a:endParaRPr lang="ro-RO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096000" y="4211638"/>
            <a:ext cx="3429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810500" y="5039519"/>
            <a:ext cx="3429000" cy="474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Drd. Colab. Florin Olariu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180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Cuprins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Introducere</a:t>
            </a:r>
          </a:p>
          <a:p>
            <a:r>
              <a:rPr lang="en-US" smtClean="0"/>
              <a:t>Contribu</a:t>
            </a:r>
            <a:r>
              <a:rPr lang="ro-RO" smtClean="0"/>
              <a:t>ț</a:t>
            </a:r>
            <a:r>
              <a:rPr lang="en-US" smtClean="0"/>
              <a:t>ii</a:t>
            </a:r>
          </a:p>
          <a:p>
            <a:r>
              <a:rPr lang="en-US" smtClean="0"/>
              <a:t>Aspecte practice</a:t>
            </a:r>
          </a:p>
          <a:p>
            <a:pPr lvl="1"/>
            <a:r>
              <a:rPr lang="en-US" smtClean="0"/>
              <a:t>UX</a:t>
            </a:r>
          </a:p>
          <a:p>
            <a:pPr lvl="1"/>
            <a:r>
              <a:rPr lang="en-US" smtClean="0"/>
              <a:t>UI</a:t>
            </a:r>
          </a:p>
          <a:p>
            <a:pPr lvl="1"/>
            <a:r>
              <a:rPr lang="en-US" smtClean="0"/>
              <a:t>UI Development</a:t>
            </a:r>
          </a:p>
          <a:p>
            <a:r>
              <a:rPr lang="en-US" smtClean="0"/>
              <a:t>Posibile </a:t>
            </a:r>
            <a:r>
              <a:rPr lang="ro-RO" smtClean="0"/>
              <a:t>îmbunătățiri</a:t>
            </a:r>
          </a:p>
          <a:p>
            <a:r>
              <a:rPr lang="ro-RO" smtClean="0"/>
              <a:t>Concluzii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536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Introducere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o-RO" smtClean="0"/>
              <a:t>Lipsa de uniformitate </a:t>
            </a:r>
            <a:r>
              <a:rPr lang="ro-RO"/>
              <a:t>î</a:t>
            </a:r>
            <a:r>
              <a:rPr lang="en-US" smtClean="0"/>
              <a:t>n cadrul aplica</a:t>
            </a:r>
            <a:r>
              <a:rPr lang="ro-RO" smtClean="0"/>
              <a:t>țiilor facultății/universității se exemplifică prin:</a:t>
            </a:r>
          </a:p>
          <a:p>
            <a:r>
              <a:rPr lang="ro-RO" smtClean="0"/>
              <a:t>folosirea multiplelor conturi pentru accesul la informații:</a:t>
            </a:r>
          </a:p>
          <a:p>
            <a:r>
              <a:rPr lang="ro-RO" smtClean="0"/>
              <a:t>pentru a avea acces la materialele și notele unor discipline, studentul trebuie sa rețină numele site-ului profesorului și, unde este cazul, parolele anunțate la curs/laborator</a:t>
            </a:r>
          </a:p>
          <a:p>
            <a:r>
              <a:rPr lang="ro-RO" smtClean="0"/>
              <a:t>formula de calcul a notei finale diferă de la o disciplină la alta și trebuie căutată în fișa disciplinei</a:t>
            </a:r>
          </a:p>
          <a:p>
            <a:r>
              <a:rPr lang="ro-RO" smtClean="0"/>
              <a:t>se observă lipsa de update-uri, starea nefinalizata a paginilor, ceea ce duce la o experiență nu tocmai user-friendly pe aceste site-uri; de exemplu: titlul paginii eSIMS este “Untitled page”, limbajul folosit pe prima pagină nu inspiră profesionalism, butonul de autentificare este greu de reperat la o primă accesare a paginii</a:t>
            </a:r>
          </a:p>
          <a:p>
            <a:r>
              <a:rPr lang="ro-RO" smtClean="0"/>
              <a:t>inconsistența este relevată și de paginile profesorilor: întâlnim site-uri ușor de folosit dar și site-uri plain text ce nu folosesc link-uri, navigarea fiind făcută prin a tasta un nume de pagină direct în URL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4425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Introducere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/>
              <a:t>Având in vedere acestea, voi realiza prin prezenta lucrare: </a:t>
            </a:r>
          </a:p>
          <a:p>
            <a:r>
              <a:rPr lang="it-IT" smtClean="0"/>
              <a:t>crearea </a:t>
            </a:r>
            <a:r>
              <a:rPr lang="it-IT"/>
              <a:t>unui portal special destinat studenților </a:t>
            </a:r>
          </a:p>
          <a:p>
            <a:r>
              <a:rPr lang="it-IT" smtClean="0"/>
              <a:t>folosirea </a:t>
            </a:r>
            <a:r>
              <a:rPr lang="it-IT"/>
              <a:t>unui singur cont pentru toate informațiile prezentate mai sus </a:t>
            </a:r>
          </a:p>
          <a:p>
            <a:r>
              <a:rPr lang="ro-RO" smtClean="0"/>
              <a:t>restructurarea </a:t>
            </a:r>
            <a:r>
              <a:rPr lang="ro-RO"/>
              <a:t>si rearanjarea informațiilor în pagină pentru a facilita experiența utilizatorului pe acest site </a:t>
            </a:r>
          </a:p>
          <a:p>
            <a:r>
              <a:rPr lang="ro-RO" smtClean="0"/>
              <a:t>standardizarea </a:t>
            </a:r>
            <a:r>
              <a:rPr lang="ro-RO"/>
              <a:t>paginilor profesorilor pentru a face mai ușoară găsirea informațiilor </a:t>
            </a:r>
          </a:p>
          <a:p>
            <a:r>
              <a:rPr lang="ro-RO" smtClean="0"/>
              <a:t>posibilitatea </a:t>
            </a:r>
            <a:r>
              <a:rPr lang="ro-RO"/>
              <a:t>înregistrării prezențelor online </a:t>
            </a:r>
          </a:p>
          <a:p>
            <a:r>
              <a:rPr lang="pt-BR" smtClean="0"/>
              <a:t>includerea </a:t>
            </a:r>
            <a:r>
              <a:rPr lang="pt-BR"/>
              <a:t>știrilor site-ului Facultății de Informatică </a:t>
            </a:r>
          </a:p>
          <a:p>
            <a:r>
              <a:rPr lang="pt-BR" smtClean="0"/>
              <a:t>includerea </a:t>
            </a:r>
            <a:r>
              <a:rPr lang="pt-BR"/>
              <a:t>notificărilor legate de Webmail </a:t>
            </a:r>
          </a:p>
          <a:p>
            <a:r>
              <a:rPr lang="ro-RO" smtClean="0"/>
              <a:t>aducerea </a:t>
            </a:r>
            <a:r>
              <a:rPr lang="ro-RO"/>
              <a:t>unei perspective fresh, în concordanță cu trendurile actuale din domeniile UI/UX si Front-end </a:t>
            </a:r>
          </a:p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925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566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Concluzii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smtClean="0"/>
              <a:t>Studenții postează adeseori pe Facebook întrebări legate de</a:t>
            </a:r>
            <a:r>
              <a:rPr lang="en-US" smtClean="0"/>
              <a:t>:</a:t>
            </a:r>
            <a:endParaRPr lang="ro-RO" smtClean="0"/>
          </a:p>
          <a:p>
            <a:pPr lvl="1"/>
            <a:r>
              <a:rPr lang="ro-RO" smtClean="0"/>
              <a:t>autentificarea pe eSims</a:t>
            </a:r>
          </a:p>
          <a:p>
            <a:pPr lvl="1"/>
            <a:r>
              <a:rPr lang="ro-RO" smtClean="0"/>
              <a:t>găsirea cursurilor</a:t>
            </a:r>
          </a:p>
          <a:p>
            <a:pPr lvl="1"/>
            <a:r>
              <a:rPr lang="ro-RO" smtClean="0"/>
              <a:t>vizualizarea numărul curent de prezențe</a:t>
            </a:r>
          </a:p>
          <a:p>
            <a:pPr lvl="1"/>
            <a:r>
              <a:rPr lang="ro-RO" smtClean="0"/>
              <a:t>a numărul minim de prezențe</a:t>
            </a:r>
          </a:p>
          <a:p>
            <a:pPr lvl="1"/>
            <a:r>
              <a:rPr lang="ro-RO" smtClean="0"/>
              <a:t>găsirea parolelor aferente cursurilor</a:t>
            </a:r>
          </a:p>
          <a:p>
            <a:pPr lvl="1"/>
            <a:r>
              <a:rPr lang="ro-RO" smtClean="0"/>
              <a:t>găsirea regulilor de promovare</a:t>
            </a:r>
          </a:p>
          <a:p>
            <a:pPr lvl="1"/>
            <a:r>
              <a:rPr lang="ro-RO" smtClean="0"/>
              <a:t>găsirea site-ului unui profesor sau a unei pagini din acel site</a:t>
            </a:r>
            <a:endParaRPr lang="en-US" smtClean="0"/>
          </a:p>
          <a:p>
            <a:pPr lvl="1"/>
            <a:r>
              <a:rPr lang="ro-RO" smtClean="0"/>
              <a:t>găsirea orarului</a:t>
            </a:r>
          </a:p>
          <a:p>
            <a:r>
              <a:rPr lang="ro-RO" smtClean="0"/>
              <a:t>Nici unul din site-urile facultății nu sunt optimizate pentru telefoane sau tablete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10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Concluzii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smtClean="0"/>
              <a:t>Am îmbunătățit experiența utilizatorilor</a:t>
            </a:r>
          </a:p>
          <a:p>
            <a:r>
              <a:rPr lang="ro-RO" smtClean="0"/>
              <a:t>Am oferit o interfață atrăgătoare și intuitivă</a:t>
            </a:r>
          </a:p>
          <a:p>
            <a:r>
              <a:rPr lang="ro-RO" smtClean="0"/>
              <a:t>Am implementat designul într-un mod optim d</a:t>
            </a:r>
            <a:r>
              <a:rPr lang="en-US" smtClean="0"/>
              <a:t>.</a:t>
            </a:r>
            <a:r>
              <a:rPr lang="ro-RO" smtClean="0"/>
              <a:t>p</a:t>
            </a:r>
            <a:r>
              <a:rPr lang="en-US" smtClean="0"/>
              <a:t>.</a:t>
            </a:r>
            <a:r>
              <a:rPr lang="ro-RO" smtClean="0"/>
              <a:t>d</a:t>
            </a:r>
            <a:r>
              <a:rPr lang="en-US" smtClean="0"/>
              <a:t>.</a:t>
            </a:r>
            <a:r>
              <a:rPr lang="ro-RO" smtClean="0"/>
              <a:t>v</a:t>
            </a:r>
            <a:r>
              <a:rPr lang="en-US" smtClean="0"/>
              <a:t>.</a:t>
            </a:r>
            <a:r>
              <a:rPr lang="ro-RO" smtClean="0"/>
              <a:t> al cantității de cod CSS</a:t>
            </a:r>
          </a:p>
          <a:p>
            <a:endParaRPr lang="ro-RO"/>
          </a:p>
          <a:p>
            <a:r>
              <a:rPr lang="ro-RO" smtClean="0"/>
              <a:t>O astfel de aplicație ar putea fi implementată în cadrul facultății prin implicarea studenților</a:t>
            </a:r>
            <a:r>
              <a:rPr lang="en-US" smtClean="0"/>
              <a:t>:</a:t>
            </a:r>
            <a:endParaRPr lang="ro-RO" smtClean="0"/>
          </a:p>
          <a:p>
            <a:pPr lvl="1"/>
            <a:r>
              <a:rPr lang="ro-RO" smtClean="0"/>
              <a:t>Rezultând costuri mai mici</a:t>
            </a:r>
          </a:p>
          <a:p>
            <a:pPr lvl="1"/>
            <a:r>
              <a:rPr lang="ro-RO" smtClean="0"/>
              <a:t>Efectuând studii riguroase asupra nevoilor studenților și profesorilor</a:t>
            </a:r>
          </a:p>
          <a:p>
            <a:r>
              <a:rPr lang="ro-RO"/>
              <a:t>A</a:t>
            </a:r>
            <a:r>
              <a:rPr lang="ro-RO" smtClean="0"/>
              <a:t>ctivitatea s-ar desfășura la discipline diferite, provocarea fiind integrarea și asigurarea calității codului.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AB8A-3943-40ED-AF17-4253366F78FC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456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408</Words>
  <Application>Microsoft Office PowerPoint</Application>
  <PresentationFormat>Widescreen</PresentationFormat>
  <Paragraphs>57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FII Dashboard</vt:lpstr>
      <vt:lpstr>Cuprins</vt:lpstr>
      <vt:lpstr>Introducere</vt:lpstr>
      <vt:lpstr>Introducere</vt:lpstr>
      <vt:lpstr>PowerPoint Presentation</vt:lpstr>
      <vt:lpstr>Concluzii</vt:lpstr>
      <vt:lpstr>Concluzii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 Dashboard</dc:title>
  <dc:creator>Teodora Chiosa</dc:creator>
  <cp:lastModifiedBy>Teodora Chiosa</cp:lastModifiedBy>
  <cp:revision>4</cp:revision>
  <dcterms:created xsi:type="dcterms:W3CDTF">2018-06-28T10:28:56Z</dcterms:created>
  <dcterms:modified xsi:type="dcterms:W3CDTF">2018-06-28T11:15:50Z</dcterms:modified>
</cp:coreProperties>
</file>